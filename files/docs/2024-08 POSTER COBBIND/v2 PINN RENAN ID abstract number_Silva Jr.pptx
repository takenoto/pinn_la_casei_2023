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Lst>
  <p:sldSz cx="6858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AF9"/>
    <a:srgbClr val="A7A394"/>
    <a:srgbClr val="1622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80FE26-86DE-4FFB-A5F7-32446E5E6C9A}" v="12" dt="2024-07-21T12:56:01.545"/>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5" d="100"/>
          <a:sy n="125" d="100"/>
        </p:scale>
        <p:origin x="1128" y="-11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ébora Oliveira" userId="be11fb1ce764dbe1" providerId="LiveId" clId="{5580FE26-86DE-4FFB-A5F7-32446E5E6C9A}"/>
    <pc:docChg chg="custSel modSld">
      <pc:chgData name="Débora Oliveira" userId="be11fb1ce764dbe1" providerId="LiveId" clId="{5580FE26-86DE-4FFB-A5F7-32446E5E6C9A}" dt="2024-07-22T12:13:04.630" v="722" actId="1035"/>
      <pc:docMkLst>
        <pc:docMk/>
      </pc:docMkLst>
      <pc:sldChg chg="addSp delSp modSp mod">
        <pc:chgData name="Débora Oliveira" userId="be11fb1ce764dbe1" providerId="LiveId" clId="{5580FE26-86DE-4FFB-A5F7-32446E5E6C9A}" dt="2024-07-22T12:13:04.630" v="722" actId="1035"/>
        <pc:sldMkLst>
          <pc:docMk/>
          <pc:sldMk cId="1373206711" sldId="256"/>
        </pc:sldMkLst>
        <pc:spChg chg="add del mod">
          <ac:chgData name="Débora Oliveira" userId="be11fb1ce764dbe1" providerId="LiveId" clId="{5580FE26-86DE-4FFB-A5F7-32446E5E6C9A}" dt="2024-07-21T12:53:15.404" v="491" actId="21"/>
          <ac:spMkLst>
            <pc:docMk/>
            <pc:sldMk cId="1373206711" sldId="256"/>
            <ac:spMk id="3" creationId="{72AB4463-937D-8111-8E9B-83856D83FB2A}"/>
          </ac:spMkLst>
        </pc:spChg>
        <pc:spChg chg="mod">
          <ac:chgData name="Débora Oliveira" userId="be11fb1ce764dbe1" providerId="LiveId" clId="{5580FE26-86DE-4FFB-A5F7-32446E5E6C9A}" dt="2024-07-11T23:03:41.176" v="74" actId="1035"/>
          <ac:spMkLst>
            <pc:docMk/>
            <pc:sldMk cId="1373206711" sldId="256"/>
            <ac:spMk id="4" creationId="{403D6504-E920-B2D0-2640-E30C81B30F8C}"/>
          </ac:spMkLst>
        </pc:spChg>
        <pc:spChg chg="mod">
          <ac:chgData name="Débora Oliveira" userId="be11fb1ce764dbe1" providerId="LiveId" clId="{5580FE26-86DE-4FFB-A5F7-32446E5E6C9A}" dt="2024-07-20T18:42:24.001" v="243" actId="1035"/>
          <ac:spMkLst>
            <pc:docMk/>
            <pc:sldMk cId="1373206711" sldId="256"/>
            <ac:spMk id="5" creationId="{2953A84C-FAE4-7614-8365-4946205AEC16}"/>
          </ac:spMkLst>
        </pc:spChg>
        <pc:spChg chg="mod">
          <ac:chgData name="Débora Oliveira" userId="be11fb1ce764dbe1" providerId="LiveId" clId="{5580FE26-86DE-4FFB-A5F7-32446E5E6C9A}" dt="2024-07-22T12:12:25.285" v="716" actId="1036"/>
          <ac:spMkLst>
            <pc:docMk/>
            <pc:sldMk cId="1373206711" sldId="256"/>
            <ac:spMk id="6" creationId="{CDC9744B-D7E8-0136-A519-E7196E246C10}"/>
          </ac:spMkLst>
        </pc:spChg>
        <pc:spChg chg="mod">
          <ac:chgData name="Débora Oliveira" userId="be11fb1ce764dbe1" providerId="LiveId" clId="{5580FE26-86DE-4FFB-A5F7-32446E5E6C9A}" dt="2024-07-21T12:52:33.907" v="441" actId="1038"/>
          <ac:spMkLst>
            <pc:docMk/>
            <pc:sldMk cId="1373206711" sldId="256"/>
            <ac:spMk id="8" creationId="{E5F24C2E-BE08-45E3-2317-841F4CB477DE}"/>
          </ac:spMkLst>
        </pc:spChg>
        <pc:spChg chg="mod">
          <ac:chgData name="Débora Oliveira" userId="be11fb1ce764dbe1" providerId="LiveId" clId="{5580FE26-86DE-4FFB-A5F7-32446E5E6C9A}" dt="2024-07-21T12:52:20.514" v="402" actId="1035"/>
          <ac:spMkLst>
            <pc:docMk/>
            <pc:sldMk cId="1373206711" sldId="256"/>
            <ac:spMk id="9" creationId="{FC27BF1F-65E5-27EE-C1E8-4A24E39BAC30}"/>
          </ac:spMkLst>
        </pc:spChg>
        <pc:spChg chg="mod">
          <ac:chgData name="Débora Oliveira" userId="be11fb1ce764dbe1" providerId="LiveId" clId="{5580FE26-86DE-4FFB-A5F7-32446E5E6C9A}" dt="2024-07-22T12:12:54.137" v="719" actId="1035"/>
          <ac:spMkLst>
            <pc:docMk/>
            <pc:sldMk cId="1373206711" sldId="256"/>
            <ac:spMk id="10" creationId="{4D5AB93C-6768-2CD0-F013-915A71E09DDA}"/>
          </ac:spMkLst>
        </pc:spChg>
        <pc:spChg chg="mod">
          <ac:chgData name="Débora Oliveira" userId="be11fb1ce764dbe1" providerId="LiveId" clId="{5580FE26-86DE-4FFB-A5F7-32446E5E6C9A}" dt="2024-07-20T18:40:22.467" v="239" actId="1035"/>
          <ac:spMkLst>
            <pc:docMk/>
            <pc:sldMk cId="1373206711" sldId="256"/>
            <ac:spMk id="11" creationId="{BAFD584D-C287-A8BA-70F9-011A3CBC89AD}"/>
          </ac:spMkLst>
        </pc:spChg>
        <pc:spChg chg="mod">
          <ac:chgData name="Débora Oliveira" userId="be11fb1ce764dbe1" providerId="LiveId" clId="{5580FE26-86DE-4FFB-A5F7-32446E5E6C9A}" dt="2024-07-20T18:42:27.115" v="246" actId="1035"/>
          <ac:spMkLst>
            <pc:docMk/>
            <pc:sldMk cId="1373206711" sldId="256"/>
            <ac:spMk id="12" creationId="{165924B3-846F-801F-1769-6CBC748328E3}"/>
          </ac:spMkLst>
        </pc:spChg>
        <pc:spChg chg="mod">
          <ac:chgData name="Débora Oliveira" userId="be11fb1ce764dbe1" providerId="LiveId" clId="{5580FE26-86DE-4FFB-A5F7-32446E5E6C9A}" dt="2024-07-22T12:12:33.989" v="717" actId="115"/>
          <ac:spMkLst>
            <pc:docMk/>
            <pc:sldMk cId="1373206711" sldId="256"/>
            <ac:spMk id="13" creationId="{6B85DF92-04B6-CB9E-10EA-06F07E002DE8}"/>
          </ac:spMkLst>
        </pc:spChg>
        <pc:spChg chg="add del mod">
          <ac:chgData name="Débora Oliveira" userId="be11fb1ce764dbe1" providerId="LiveId" clId="{5580FE26-86DE-4FFB-A5F7-32446E5E6C9A}" dt="2024-07-21T12:53:47.620" v="493" actId="21"/>
          <ac:spMkLst>
            <pc:docMk/>
            <pc:sldMk cId="1373206711" sldId="256"/>
            <ac:spMk id="15" creationId="{72AB4463-937D-8111-8E9B-83856D83FB2A}"/>
          </ac:spMkLst>
        </pc:spChg>
        <pc:spChg chg="add del mod">
          <ac:chgData name="Débora Oliveira" userId="be11fb1ce764dbe1" providerId="LiveId" clId="{5580FE26-86DE-4FFB-A5F7-32446E5E6C9A}" dt="2024-07-21T12:54:47.592" v="495" actId="21"/>
          <ac:spMkLst>
            <pc:docMk/>
            <pc:sldMk cId="1373206711" sldId="256"/>
            <ac:spMk id="16" creationId="{72AB4463-937D-8111-8E9B-83856D83FB2A}"/>
          </ac:spMkLst>
        </pc:spChg>
        <pc:spChg chg="add mod">
          <ac:chgData name="Débora Oliveira" userId="be11fb1ce764dbe1" providerId="LiveId" clId="{5580FE26-86DE-4FFB-A5F7-32446E5E6C9A}" dt="2024-07-21T12:55:39.139" v="669" actId="1038"/>
          <ac:spMkLst>
            <pc:docMk/>
            <pc:sldMk cId="1373206711" sldId="256"/>
            <ac:spMk id="18" creationId="{9CC409CC-AE4A-EFFB-73AC-99A075E70558}"/>
          </ac:spMkLst>
        </pc:spChg>
        <pc:spChg chg="mod">
          <ac:chgData name="Débora Oliveira" userId="be11fb1ce764dbe1" providerId="LiveId" clId="{5580FE26-86DE-4FFB-A5F7-32446E5E6C9A}" dt="2024-07-22T12:12:15.118" v="700" actId="1036"/>
          <ac:spMkLst>
            <pc:docMk/>
            <pc:sldMk cId="1373206711" sldId="256"/>
            <ac:spMk id="21" creationId="{9ABDD8D9-6400-533F-686F-254CA144E2AB}"/>
          </ac:spMkLst>
        </pc:spChg>
        <pc:spChg chg="del">
          <ac:chgData name="Débora Oliveira" userId="be11fb1ce764dbe1" providerId="LiveId" clId="{5580FE26-86DE-4FFB-A5F7-32446E5E6C9A}" dt="2024-07-21T12:52:56.327" v="489" actId="21"/>
          <ac:spMkLst>
            <pc:docMk/>
            <pc:sldMk cId="1373206711" sldId="256"/>
            <ac:spMk id="22" creationId="{72AB4463-937D-8111-8E9B-83856D83FB2A}"/>
          </ac:spMkLst>
        </pc:spChg>
        <pc:spChg chg="mod">
          <ac:chgData name="Débora Oliveira" userId="be11fb1ce764dbe1" providerId="LiveId" clId="{5580FE26-86DE-4FFB-A5F7-32446E5E6C9A}" dt="2024-07-11T23:06:03.112" v="150" actId="113"/>
          <ac:spMkLst>
            <pc:docMk/>
            <pc:sldMk cId="1373206711" sldId="256"/>
            <ac:spMk id="23" creationId="{58180A1E-8D33-1FE0-AC21-051C763CEFB6}"/>
          </ac:spMkLst>
        </pc:spChg>
        <pc:spChg chg="mod">
          <ac:chgData name="Débora Oliveira" userId="be11fb1ce764dbe1" providerId="LiveId" clId="{5580FE26-86DE-4FFB-A5F7-32446E5E6C9A}" dt="2024-07-22T12:13:04.630" v="722" actId="1035"/>
          <ac:spMkLst>
            <pc:docMk/>
            <pc:sldMk cId="1373206711" sldId="256"/>
            <ac:spMk id="25" creationId="{DB7740C6-4928-6986-A5A4-FCE556D22746}"/>
          </ac:spMkLst>
        </pc:spChg>
        <pc:spChg chg="mod">
          <ac:chgData name="Débora Oliveira" userId="be11fb1ce764dbe1" providerId="LiveId" clId="{5580FE26-86DE-4FFB-A5F7-32446E5E6C9A}" dt="2024-07-21T12:52:28.868" v="419" actId="1036"/>
          <ac:spMkLst>
            <pc:docMk/>
            <pc:sldMk cId="1373206711" sldId="256"/>
            <ac:spMk id="26" creationId="{703A9DBD-FA54-55FF-D010-99DD32035218}"/>
          </ac:spMkLst>
        </pc:spChg>
        <pc:spChg chg="mod">
          <ac:chgData name="Débora Oliveira" userId="be11fb1ce764dbe1" providerId="LiveId" clId="{5580FE26-86DE-4FFB-A5F7-32446E5E6C9A}" dt="2024-07-21T12:52:10.151" v="379" actId="1036"/>
          <ac:spMkLst>
            <pc:docMk/>
            <pc:sldMk cId="1373206711" sldId="256"/>
            <ac:spMk id="27" creationId="{0C77583C-E475-A19A-4964-8C819D81D96A}"/>
          </ac:spMkLst>
        </pc:spChg>
        <pc:spChg chg="mod">
          <ac:chgData name="Débora Oliveira" userId="be11fb1ce764dbe1" providerId="LiveId" clId="{5580FE26-86DE-4FFB-A5F7-32446E5E6C9A}" dt="2024-07-22T12:12:49.781" v="718" actId="1035"/>
          <ac:spMkLst>
            <pc:docMk/>
            <pc:sldMk cId="1373206711" sldId="256"/>
            <ac:spMk id="28" creationId="{B31CF64B-9053-9D49-B757-2778654AA30A}"/>
          </ac:spMkLst>
        </pc:spChg>
        <pc:graphicFrameChg chg="mod">
          <ac:chgData name="Débora Oliveira" userId="be11fb1ce764dbe1" providerId="LiveId" clId="{5580FE26-86DE-4FFB-A5F7-32446E5E6C9A}" dt="2024-07-22T12:12:16.615" v="703" actId="1036"/>
          <ac:graphicFrameMkLst>
            <pc:docMk/>
            <pc:sldMk cId="1373206711" sldId="256"/>
            <ac:graphicFrameMk id="20" creationId="{AACFCC6E-644A-143D-6D5B-89A3B0DDB578}"/>
          </ac:graphicFrameMkLst>
        </pc:graphicFrameChg>
        <pc:graphicFrameChg chg="mod">
          <ac:chgData name="Débora Oliveira" userId="be11fb1ce764dbe1" providerId="LiveId" clId="{5580FE26-86DE-4FFB-A5F7-32446E5E6C9A}" dt="2024-07-21T12:52:45.821" v="488" actId="1036"/>
          <ac:graphicFrameMkLst>
            <pc:docMk/>
            <pc:sldMk cId="1373206711" sldId="256"/>
            <ac:graphicFrameMk id="24" creationId="{CE668052-1F7E-E532-73D9-485D67094908}"/>
          </ac:graphicFrameMkLst>
        </pc:graphicFrameChg>
        <pc:picChg chg="mod">
          <ac:chgData name="Débora Oliveira" userId="be11fb1ce764dbe1" providerId="LiveId" clId="{5580FE26-86DE-4FFB-A5F7-32446E5E6C9A}" dt="2024-07-21T12:51:43.884" v="306" actId="1038"/>
          <ac:picMkLst>
            <pc:docMk/>
            <pc:sldMk cId="1373206711" sldId="256"/>
            <ac:picMk id="14" creationId="{5BBAFC76-077A-4B73-245E-D2FF70DE45A3}"/>
          </ac:picMkLst>
        </pc:picChg>
        <pc:picChg chg="add">
          <ac:chgData name="Débora Oliveira" userId="be11fb1ce764dbe1" providerId="LiveId" clId="{5580FE26-86DE-4FFB-A5F7-32446E5E6C9A}" dt="2024-07-21T12:54:59.470" v="496"/>
          <ac:picMkLst>
            <pc:docMk/>
            <pc:sldMk cId="1373206711" sldId="256"/>
            <ac:picMk id="17" creationId="{E9483054-4430-FA2B-4E3A-CCC8C2D2835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pt-BR"/>
              <a:t>Clique para editar o título Mestre</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907F50AE-292F-4850-8275-5A6DEFB0F6AD}" type="datetimeFigureOut">
              <a:rPr lang="pt-BR" smtClean="0"/>
              <a:t>19/08/2024</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23795DA-0C3A-49C9-8279-21954149E0F3}" type="slidenum">
              <a:rPr lang="pt-BR" smtClean="0"/>
              <a:t>‹#›</a:t>
            </a:fld>
            <a:endParaRPr lang="pt-BR"/>
          </a:p>
        </p:txBody>
      </p:sp>
    </p:spTree>
    <p:extLst>
      <p:ext uri="{BB962C8B-B14F-4D97-AF65-F5344CB8AC3E}">
        <p14:creationId xmlns:p14="http://schemas.microsoft.com/office/powerpoint/2010/main" val="2049516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907F50AE-292F-4850-8275-5A6DEFB0F6AD}" type="datetimeFigureOut">
              <a:rPr lang="pt-BR" smtClean="0"/>
              <a:t>19/08/2024</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23795DA-0C3A-49C9-8279-21954149E0F3}" type="slidenum">
              <a:rPr lang="pt-BR" smtClean="0"/>
              <a:t>‹#›</a:t>
            </a:fld>
            <a:endParaRPr lang="pt-BR"/>
          </a:p>
        </p:txBody>
      </p:sp>
    </p:spTree>
    <p:extLst>
      <p:ext uri="{BB962C8B-B14F-4D97-AF65-F5344CB8AC3E}">
        <p14:creationId xmlns:p14="http://schemas.microsoft.com/office/powerpoint/2010/main" val="3524519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pt-BR"/>
              <a:t>Clique para editar o título Mestre</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907F50AE-292F-4850-8275-5A6DEFB0F6AD}" type="datetimeFigureOut">
              <a:rPr lang="pt-BR" smtClean="0"/>
              <a:t>19/08/2024</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23795DA-0C3A-49C9-8279-21954149E0F3}" type="slidenum">
              <a:rPr lang="pt-BR" smtClean="0"/>
              <a:t>‹#›</a:t>
            </a:fld>
            <a:endParaRPr lang="pt-BR"/>
          </a:p>
        </p:txBody>
      </p:sp>
    </p:spTree>
    <p:extLst>
      <p:ext uri="{BB962C8B-B14F-4D97-AF65-F5344CB8AC3E}">
        <p14:creationId xmlns:p14="http://schemas.microsoft.com/office/powerpoint/2010/main" val="38589187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907F50AE-292F-4850-8275-5A6DEFB0F6AD}" type="datetimeFigureOut">
              <a:rPr lang="pt-BR" smtClean="0"/>
              <a:t>19/08/2024</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223795DA-0C3A-49C9-8279-21954149E0F3}" type="slidenum">
              <a:rPr lang="pt-BR" smtClean="0"/>
              <a:t>‹#›</a:t>
            </a:fld>
            <a:endParaRPr lang="pt-BR"/>
          </a:p>
        </p:txBody>
      </p:sp>
    </p:spTree>
    <p:extLst>
      <p:ext uri="{BB962C8B-B14F-4D97-AF65-F5344CB8AC3E}">
        <p14:creationId xmlns:p14="http://schemas.microsoft.com/office/powerpoint/2010/main" val="1732259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Clique para editar os estilos de texto Mestres</a:t>
            </a:r>
          </a:p>
        </p:txBody>
      </p:sp>
      <p:sp>
        <p:nvSpPr>
          <p:cNvPr id="4" name="Content Placeholder 3"/>
          <p:cNvSpPr>
            <a:spLocks noGrp="1"/>
          </p:cNvSpPr>
          <p:nvPr>
            <p:ph sz="half" idx="2"/>
          </p:nvPr>
        </p:nvSpPr>
        <p:spPr>
          <a:xfrm>
            <a:off x="472381" y="3340100"/>
            <a:ext cx="2901255" cy="4912784"/>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Clique para editar os estilos de texto Mestres</a:t>
            </a:r>
          </a:p>
        </p:txBody>
      </p:sp>
      <p:sp>
        <p:nvSpPr>
          <p:cNvPr id="6" name="Content Placeholder 5"/>
          <p:cNvSpPr>
            <a:spLocks noGrp="1"/>
          </p:cNvSpPr>
          <p:nvPr>
            <p:ph sz="quarter" idx="4"/>
          </p:nvPr>
        </p:nvSpPr>
        <p:spPr>
          <a:xfrm>
            <a:off x="3471863" y="3340100"/>
            <a:ext cx="2915543" cy="4912784"/>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907F50AE-292F-4850-8275-5A6DEFB0F6AD}" type="datetimeFigureOut">
              <a:rPr lang="pt-BR" smtClean="0"/>
              <a:t>19/08/2024</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223795DA-0C3A-49C9-8279-21954149E0F3}" type="slidenum">
              <a:rPr lang="pt-BR" smtClean="0"/>
              <a:t>‹#›</a:t>
            </a:fld>
            <a:endParaRPr lang="pt-BR"/>
          </a:p>
        </p:txBody>
      </p:sp>
    </p:spTree>
    <p:extLst>
      <p:ext uri="{BB962C8B-B14F-4D97-AF65-F5344CB8AC3E}">
        <p14:creationId xmlns:p14="http://schemas.microsoft.com/office/powerpoint/2010/main" val="2124267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907F50AE-292F-4850-8275-5A6DEFB0F6AD}" type="datetimeFigureOut">
              <a:rPr lang="pt-BR" smtClean="0"/>
              <a:t>19/08/2024</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223795DA-0C3A-49C9-8279-21954149E0F3}" type="slidenum">
              <a:rPr lang="pt-BR" smtClean="0"/>
              <a:t>‹#›</a:t>
            </a:fld>
            <a:endParaRPr lang="pt-BR"/>
          </a:p>
        </p:txBody>
      </p:sp>
    </p:spTree>
    <p:extLst>
      <p:ext uri="{BB962C8B-B14F-4D97-AF65-F5344CB8AC3E}">
        <p14:creationId xmlns:p14="http://schemas.microsoft.com/office/powerpoint/2010/main" val="1340115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7F50AE-292F-4850-8275-5A6DEFB0F6AD}" type="datetimeFigureOut">
              <a:rPr lang="pt-BR" smtClean="0"/>
              <a:t>19/08/2024</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223795DA-0C3A-49C9-8279-21954149E0F3}" type="slidenum">
              <a:rPr lang="pt-BR" smtClean="0"/>
              <a:t>‹#›</a:t>
            </a:fld>
            <a:endParaRPr lang="pt-BR"/>
          </a:p>
        </p:txBody>
      </p:sp>
    </p:spTree>
    <p:extLst>
      <p:ext uri="{BB962C8B-B14F-4D97-AF65-F5344CB8AC3E}">
        <p14:creationId xmlns:p14="http://schemas.microsoft.com/office/powerpoint/2010/main" val="1176928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pt-BR"/>
              <a:t>Clique para editar o título Mestre</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907F50AE-292F-4850-8275-5A6DEFB0F6AD}" type="datetimeFigureOut">
              <a:rPr lang="pt-BR" smtClean="0"/>
              <a:t>19/08/2024</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223795DA-0C3A-49C9-8279-21954149E0F3}" type="slidenum">
              <a:rPr lang="pt-BR" smtClean="0"/>
              <a:t>‹#›</a:t>
            </a:fld>
            <a:endParaRPr lang="pt-BR"/>
          </a:p>
        </p:txBody>
      </p:sp>
    </p:spTree>
    <p:extLst>
      <p:ext uri="{BB962C8B-B14F-4D97-AF65-F5344CB8AC3E}">
        <p14:creationId xmlns:p14="http://schemas.microsoft.com/office/powerpoint/2010/main" val="4132913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pt-BR"/>
              <a:t>Clique no ícone para adicionar uma imagem</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907F50AE-292F-4850-8275-5A6DEFB0F6AD}" type="datetimeFigureOut">
              <a:rPr lang="pt-BR" smtClean="0"/>
              <a:t>19/08/2024</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223795DA-0C3A-49C9-8279-21954149E0F3}" type="slidenum">
              <a:rPr lang="pt-BR" smtClean="0"/>
              <a:t>‹#›</a:t>
            </a:fld>
            <a:endParaRPr lang="pt-BR"/>
          </a:p>
        </p:txBody>
      </p:sp>
    </p:spTree>
    <p:extLst>
      <p:ext uri="{BB962C8B-B14F-4D97-AF65-F5344CB8AC3E}">
        <p14:creationId xmlns:p14="http://schemas.microsoft.com/office/powerpoint/2010/main" val="576728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907F50AE-292F-4850-8275-5A6DEFB0F6AD}" type="datetimeFigureOut">
              <a:rPr lang="pt-BR" smtClean="0"/>
              <a:t>19/08/2024</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23795DA-0C3A-49C9-8279-21954149E0F3}" type="slidenum">
              <a:rPr lang="pt-BR" smtClean="0"/>
              <a:t>‹#›</a:t>
            </a:fld>
            <a:endParaRPr lang="pt-BR"/>
          </a:p>
        </p:txBody>
      </p:sp>
    </p:spTree>
    <p:extLst>
      <p:ext uri="{BB962C8B-B14F-4D97-AF65-F5344CB8AC3E}">
        <p14:creationId xmlns:p14="http://schemas.microsoft.com/office/powerpoint/2010/main" val="4216966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907F50AE-292F-4850-8275-5A6DEFB0F6AD}" type="datetimeFigureOut">
              <a:rPr lang="pt-BR" smtClean="0"/>
              <a:t>19/08/2024</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23795DA-0C3A-49C9-8279-21954149E0F3}" type="slidenum">
              <a:rPr lang="pt-BR" smtClean="0"/>
              <a:t>‹#›</a:t>
            </a:fld>
            <a:endParaRPr lang="pt-BR"/>
          </a:p>
        </p:txBody>
      </p:sp>
    </p:spTree>
    <p:extLst>
      <p:ext uri="{BB962C8B-B14F-4D97-AF65-F5344CB8AC3E}">
        <p14:creationId xmlns:p14="http://schemas.microsoft.com/office/powerpoint/2010/main" val="3716625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82000"/>
                  </a:schemeClr>
                </a:solidFill>
              </a:defRPr>
            </a:lvl1pPr>
          </a:lstStyle>
          <a:p>
            <a:fld id="{907F50AE-292F-4850-8275-5A6DEFB0F6AD}" type="datetimeFigureOut">
              <a:rPr lang="pt-BR" smtClean="0"/>
              <a:t>19/08/2024</a:t>
            </a:fld>
            <a:endParaRPr lang="pt-BR"/>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pt-BR"/>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82000"/>
                  </a:schemeClr>
                </a:solidFill>
              </a:defRPr>
            </a:lvl1pPr>
          </a:lstStyle>
          <a:p>
            <a:fld id="{223795DA-0C3A-49C9-8279-21954149E0F3}" type="slidenum">
              <a:rPr lang="pt-BR" smtClean="0"/>
              <a:t>‹#›</a:t>
            </a:fld>
            <a:endParaRPr lang="pt-BR"/>
          </a:p>
        </p:txBody>
      </p:sp>
    </p:spTree>
    <p:extLst>
      <p:ext uri="{BB962C8B-B14F-4D97-AF65-F5344CB8AC3E}">
        <p14:creationId xmlns:p14="http://schemas.microsoft.com/office/powerpoint/2010/main" val="180433756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9945E7D0-CA46-5E65-CD56-FB5985B77E6D}"/>
              </a:ext>
            </a:extLst>
          </p:cNvPr>
          <p:cNvPicPr>
            <a:picLocks noChangeAspect="1"/>
          </p:cNvPicPr>
          <p:nvPr/>
        </p:nvPicPr>
        <p:blipFill>
          <a:blip r:embed="rId3"/>
          <a:stretch>
            <a:fillRect/>
          </a:stretch>
        </p:blipFill>
        <p:spPr>
          <a:xfrm>
            <a:off x="3474992" y="2580391"/>
            <a:ext cx="3029633" cy="700307"/>
          </a:xfrm>
          <a:prstGeom prst="rect">
            <a:avLst/>
          </a:prstGeom>
        </p:spPr>
      </p:pic>
      <p:sp>
        <p:nvSpPr>
          <p:cNvPr id="13" name="CaixaDeTexto 12">
            <a:extLst>
              <a:ext uri="{FF2B5EF4-FFF2-40B4-BE49-F238E27FC236}">
                <a16:creationId xmlns:a16="http://schemas.microsoft.com/office/drawing/2014/main" id="{6B85DF92-04B6-CB9E-10EA-06F07E002DE8}"/>
              </a:ext>
            </a:extLst>
          </p:cNvPr>
          <p:cNvSpPr txBox="1"/>
          <p:nvPr/>
        </p:nvSpPr>
        <p:spPr>
          <a:xfrm>
            <a:off x="275599" y="5593912"/>
            <a:ext cx="3104654" cy="2862322"/>
          </a:xfrm>
          <a:prstGeom prst="rect">
            <a:avLst/>
          </a:prstGeom>
          <a:noFill/>
        </p:spPr>
        <p:txBody>
          <a:bodyPr wrap="square">
            <a:spAutoFit/>
          </a:bodyPr>
          <a:lstStyle/>
          <a:p>
            <a:pPr algn="just"/>
            <a:r>
              <a:rPr lang="en-US" sz="750" dirty="0">
                <a:latin typeface="Arial" panose="020B0604020202020204" pitchFamily="34" charset="0"/>
                <a:cs typeface="Arial" panose="020B0604020202020204" pitchFamily="34" charset="0"/>
              </a:rPr>
              <a:t>Figure 1 shows the values of MAD for each </a:t>
            </a:r>
            <a:r>
              <a:rPr lang="en-US" sz="750" dirty="0" err="1">
                <a:latin typeface="Arial" panose="020B0604020202020204" pitchFamily="34" charset="0"/>
                <a:cs typeface="Arial" panose="020B0604020202020204" pitchFamily="34" charset="0"/>
              </a:rPr>
              <a:t>NdS</a:t>
            </a:r>
            <a:r>
              <a:rPr lang="en-US" sz="750" dirty="0">
                <a:latin typeface="Arial" panose="020B0604020202020204" pitchFamily="34" charset="0"/>
                <a:cs typeface="Arial" panose="020B0604020202020204" pitchFamily="34" charset="0"/>
              </a:rPr>
              <a:t> applied to the simulated system. The nondimensional “x10” and “d10” mean a scaling effect was applied to the output of the PINN, with “x10” meaning scaling factor was multiplied by 10 and “d10” divided by 10. The common nondimensionalization produce average MAD of 12.54, while the dimensional version had a 2.92 MAD. The scaling x10 produced the highest error and the d10 scaling the lowest, with respective average MAD of 21.95 and 1.81.</a:t>
            </a: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r>
              <a:rPr lang="en-US" sz="750" dirty="0">
                <a:latin typeface="Arial" panose="020B0604020202020204" pitchFamily="34" charset="0"/>
                <a:cs typeface="Arial" panose="020B0604020202020204" pitchFamily="34" charset="0"/>
              </a:rPr>
              <a:t>Figure 2 displays the output variables (X, P, S and V) for a PINN with NL=16, HL=6 without any </a:t>
            </a:r>
            <a:r>
              <a:rPr lang="en-US" sz="750" dirty="0" err="1">
                <a:latin typeface="Arial" panose="020B0604020202020204" pitchFamily="34" charset="0"/>
                <a:cs typeface="Arial" panose="020B0604020202020204" pitchFamily="34" charset="0"/>
              </a:rPr>
              <a:t>NdS</a:t>
            </a:r>
            <a:r>
              <a:rPr lang="en-US" sz="750" dirty="0">
                <a:latin typeface="Arial" panose="020B0604020202020204" pitchFamily="34" charset="0"/>
                <a:cs typeface="Arial" panose="020B0604020202020204" pitchFamily="34" charset="0"/>
              </a:rPr>
              <a:t>. PINN, Num (numerical method result) and Experimental (experimental data from source [4]) are displayed. The training region is of 10 h, only half of the simulation time. </a:t>
            </a:r>
          </a:p>
        </p:txBody>
      </p:sp>
      <p:pic>
        <p:nvPicPr>
          <p:cNvPr id="15" name="Picture 14">
            <a:extLst>
              <a:ext uri="{FF2B5EF4-FFF2-40B4-BE49-F238E27FC236}">
                <a16:creationId xmlns:a16="http://schemas.microsoft.com/office/drawing/2014/main" id="{BC6552D4-30EC-A1AD-D9C5-C51DFAD2FB66}"/>
              </a:ext>
            </a:extLst>
          </p:cNvPr>
          <p:cNvPicPr>
            <a:picLocks noChangeAspect="1"/>
          </p:cNvPicPr>
          <p:nvPr/>
        </p:nvPicPr>
        <p:blipFill>
          <a:blip r:embed="rId4"/>
          <a:stretch>
            <a:fillRect/>
          </a:stretch>
        </p:blipFill>
        <p:spPr>
          <a:xfrm>
            <a:off x="290698" y="6601580"/>
            <a:ext cx="3153399" cy="939030"/>
          </a:xfrm>
          <a:prstGeom prst="rect">
            <a:avLst/>
          </a:prstGeom>
        </p:spPr>
      </p:pic>
      <p:sp>
        <p:nvSpPr>
          <p:cNvPr id="12" name="CaixaDeTexto 11">
            <a:extLst>
              <a:ext uri="{FF2B5EF4-FFF2-40B4-BE49-F238E27FC236}">
                <a16:creationId xmlns:a16="http://schemas.microsoft.com/office/drawing/2014/main" id="{165924B3-846F-801F-1769-6CBC748328E3}"/>
              </a:ext>
            </a:extLst>
          </p:cNvPr>
          <p:cNvSpPr txBox="1"/>
          <p:nvPr/>
        </p:nvSpPr>
        <p:spPr>
          <a:xfrm>
            <a:off x="275599" y="4129849"/>
            <a:ext cx="3104654" cy="1323439"/>
          </a:xfrm>
          <a:prstGeom prst="rect">
            <a:avLst/>
          </a:prstGeom>
          <a:noFill/>
        </p:spPr>
        <p:txBody>
          <a:bodyPr wrap="square">
            <a:spAutoFit/>
          </a:bodyPr>
          <a:lstStyle/>
          <a:p>
            <a:pPr algn="just"/>
            <a:r>
              <a:rPr lang="en-US" sz="800" dirty="0">
                <a:latin typeface="Arial" panose="020B0604020202020204" pitchFamily="34" charset="0"/>
                <a:cs typeface="Arial" panose="020B0604020202020204" pitchFamily="34" charset="0"/>
              </a:rPr>
              <a:t>A batch bioreactor for the production of lactic acid (LA) by Lactobacillus casei using lactose as a substrate was simulated using PINN with soft constraints on the programming language Python and the library </a:t>
            </a:r>
            <a:r>
              <a:rPr lang="en-US" sz="800" dirty="0" err="1">
                <a:latin typeface="Arial" panose="020B0604020202020204" pitchFamily="34" charset="0"/>
                <a:cs typeface="Arial" panose="020B0604020202020204" pitchFamily="34" charset="0"/>
              </a:rPr>
              <a:t>DeepXDE</a:t>
            </a:r>
            <a:r>
              <a:rPr lang="en-US" sz="800" dirty="0">
                <a:latin typeface="Arial" panose="020B0604020202020204" pitchFamily="34" charset="0"/>
                <a:cs typeface="Arial" panose="020B0604020202020204" pitchFamily="34" charset="0"/>
              </a:rPr>
              <a:t>. [3] Obtained PINN models have one input variable, t (time), and four output variables: X (biomass concentration), P (lactic acid concentration), S (lactose concentration) and V (reactor liquid volume). The error was calculated using Mean Absolute Deviation (MAD) of each output variable, comparing PINN and a reference numerical method (finite differences).</a:t>
            </a:r>
            <a:endParaRPr lang="pt-BR" sz="800" dirty="0">
              <a:latin typeface="Arial" panose="020B0604020202020204" pitchFamily="34" charset="0"/>
              <a:cs typeface="Arial" panose="020B0604020202020204" pitchFamily="34" charset="0"/>
            </a:endParaRPr>
          </a:p>
        </p:txBody>
      </p:sp>
      <p:sp>
        <p:nvSpPr>
          <p:cNvPr id="26" name="CaixaDeTexto 25">
            <a:extLst>
              <a:ext uri="{FF2B5EF4-FFF2-40B4-BE49-F238E27FC236}">
                <a16:creationId xmlns:a16="http://schemas.microsoft.com/office/drawing/2014/main" id="{703A9DBD-FA54-55FF-D010-99DD32035218}"/>
              </a:ext>
            </a:extLst>
          </p:cNvPr>
          <p:cNvSpPr txBox="1"/>
          <p:nvPr/>
        </p:nvSpPr>
        <p:spPr>
          <a:xfrm>
            <a:off x="3440034" y="5561279"/>
            <a:ext cx="3029633" cy="1200329"/>
          </a:xfrm>
          <a:prstGeom prst="rect">
            <a:avLst/>
          </a:prstGeom>
          <a:noFill/>
        </p:spPr>
        <p:txBody>
          <a:bodyPr wrap="square">
            <a:spAutoFit/>
          </a:bodyPr>
          <a:lstStyle/>
          <a:p>
            <a:pPr algn="just"/>
            <a:r>
              <a:rPr lang="en-US" sz="800" dirty="0">
                <a:latin typeface="Arial" panose="020B0604020202020204" pitchFamily="34" charset="0"/>
                <a:cs typeface="Arial" panose="020B0604020202020204" pitchFamily="34" charset="0"/>
              </a:rPr>
              <a:t>The nondimensionalization of output variables with d10 (scaling factor divided by 10) produced the best results, with an average MAD of 1.81. </a:t>
            </a:r>
            <a:r>
              <a:rPr lang="en-US" sz="800" dirty="0" err="1">
                <a:latin typeface="Arial" panose="020B0604020202020204" pitchFamily="34" charset="0"/>
                <a:cs typeface="Arial" panose="020B0604020202020204" pitchFamily="34" charset="0"/>
              </a:rPr>
              <a:t>NdS</a:t>
            </a:r>
            <a:r>
              <a:rPr lang="en-US" sz="800" dirty="0">
                <a:latin typeface="Arial" panose="020B0604020202020204" pitchFamily="34" charset="0"/>
                <a:cs typeface="Arial" panose="020B0604020202020204" pitchFamily="34" charset="0"/>
              </a:rPr>
              <a:t> were capable of improve the results obtained and allowed more simple (lower values of NL and HL) PINNs to produce simulations with lower errors in comparison to the dimensional PINNs. This can allow PINNs to be used more frequently in bioprocess simulation and also in </a:t>
            </a:r>
            <a:r>
              <a:rPr lang="en-US" sz="800" dirty="0" err="1">
                <a:latin typeface="Arial" panose="020B0604020202020204" pitchFamily="34" charset="0"/>
                <a:cs typeface="Arial" panose="020B0604020202020204" pitchFamily="34" charset="0"/>
              </a:rPr>
              <a:t>realtime</a:t>
            </a:r>
            <a:r>
              <a:rPr lang="en-US" sz="800" dirty="0">
                <a:latin typeface="Arial" panose="020B0604020202020204" pitchFamily="34" charset="0"/>
                <a:cs typeface="Arial" panose="020B0604020202020204" pitchFamily="34" charset="0"/>
              </a:rPr>
              <a:t> bioprocess simulation, which can increase both economical productivity and process security.</a:t>
            </a:r>
            <a:endParaRPr lang="pt-BR" sz="800" dirty="0">
              <a:latin typeface="Arial" panose="020B0604020202020204" pitchFamily="34" charset="0"/>
              <a:cs typeface="Arial" panose="020B0604020202020204" pitchFamily="34" charset="0"/>
            </a:endParaRPr>
          </a:p>
        </p:txBody>
      </p:sp>
      <p:sp>
        <p:nvSpPr>
          <p:cNvPr id="4" name="CaixaDeTexto 3">
            <a:extLst>
              <a:ext uri="{FF2B5EF4-FFF2-40B4-BE49-F238E27FC236}">
                <a16:creationId xmlns:a16="http://schemas.microsoft.com/office/drawing/2014/main" id="{403D6504-E920-B2D0-2640-E30C81B30F8C}"/>
              </a:ext>
            </a:extLst>
          </p:cNvPr>
          <p:cNvSpPr txBox="1"/>
          <p:nvPr/>
        </p:nvSpPr>
        <p:spPr>
          <a:xfrm>
            <a:off x="275599" y="2298179"/>
            <a:ext cx="1398264" cy="261610"/>
          </a:xfrm>
          <a:prstGeom prst="rect">
            <a:avLst/>
          </a:prstGeom>
          <a:noFill/>
        </p:spPr>
        <p:txBody>
          <a:bodyPr wrap="square" rtlCol="0">
            <a:spAutoFit/>
          </a:bodyPr>
          <a:lstStyle/>
          <a:p>
            <a:r>
              <a:rPr lang="pt-BR" sz="1100" b="1" dirty="0">
                <a:solidFill>
                  <a:srgbClr val="16223A"/>
                </a:solidFill>
                <a:latin typeface="Arial" panose="020B0604020202020204" pitchFamily="34" charset="0"/>
                <a:cs typeface="Arial" panose="020B0604020202020204" pitchFamily="34" charset="0"/>
              </a:rPr>
              <a:t>INTRODUCTION</a:t>
            </a:r>
          </a:p>
        </p:txBody>
      </p:sp>
      <p:sp>
        <p:nvSpPr>
          <p:cNvPr id="5" name="CaixaDeTexto 4">
            <a:extLst>
              <a:ext uri="{FF2B5EF4-FFF2-40B4-BE49-F238E27FC236}">
                <a16:creationId xmlns:a16="http://schemas.microsoft.com/office/drawing/2014/main" id="{2953A84C-FAE4-7614-8365-4946205AEC16}"/>
              </a:ext>
            </a:extLst>
          </p:cNvPr>
          <p:cNvSpPr txBox="1"/>
          <p:nvPr/>
        </p:nvSpPr>
        <p:spPr>
          <a:xfrm>
            <a:off x="275599" y="3931498"/>
            <a:ext cx="1444260" cy="261610"/>
          </a:xfrm>
          <a:prstGeom prst="rect">
            <a:avLst/>
          </a:prstGeom>
          <a:noFill/>
        </p:spPr>
        <p:txBody>
          <a:bodyPr wrap="square" rtlCol="0">
            <a:spAutoFit/>
          </a:bodyPr>
          <a:lstStyle/>
          <a:p>
            <a:r>
              <a:rPr lang="pt-BR" sz="1100" b="1" dirty="0">
                <a:solidFill>
                  <a:srgbClr val="16223A"/>
                </a:solidFill>
                <a:latin typeface="Arial" panose="020B0604020202020204" pitchFamily="34" charset="0"/>
                <a:cs typeface="Arial" panose="020B0604020202020204" pitchFamily="34" charset="0"/>
              </a:rPr>
              <a:t>METHODOLOGY</a:t>
            </a:r>
          </a:p>
        </p:txBody>
      </p:sp>
      <p:sp>
        <p:nvSpPr>
          <p:cNvPr id="6" name="CaixaDeTexto 5">
            <a:extLst>
              <a:ext uri="{FF2B5EF4-FFF2-40B4-BE49-F238E27FC236}">
                <a16:creationId xmlns:a16="http://schemas.microsoft.com/office/drawing/2014/main" id="{CDC9744B-D7E8-0136-A519-E7196E246C10}"/>
              </a:ext>
            </a:extLst>
          </p:cNvPr>
          <p:cNvSpPr txBox="1"/>
          <p:nvPr/>
        </p:nvSpPr>
        <p:spPr>
          <a:xfrm>
            <a:off x="275599" y="5381558"/>
            <a:ext cx="2279778" cy="261610"/>
          </a:xfrm>
          <a:prstGeom prst="rect">
            <a:avLst/>
          </a:prstGeom>
          <a:noFill/>
        </p:spPr>
        <p:txBody>
          <a:bodyPr wrap="square" rtlCol="0">
            <a:spAutoFit/>
          </a:bodyPr>
          <a:lstStyle/>
          <a:p>
            <a:r>
              <a:rPr lang="pt-BR" sz="1100" b="1" dirty="0">
                <a:solidFill>
                  <a:srgbClr val="16223A"/>
                </a:solidFill>
                <a:latin typeface="Arial" panose="020B0604020202020204" pitchFamily="34" charset="0"/>
                <a:cs typeface="Arial" panose="020B0604020202020204" pitchFamily="34" charset="0"/>
              </a:rPr>
              <a:t>RESULTS AND DISCUSSION</a:t>
            </a:r>
          </a:p>
        </p:txBody>
      </p:sp>
      <p:sp>
        <p:nvSpPr>
          <p:cNvPr id="8" name="CaixaDeTexto 7">
            <a:extLst>
              <a:ext uri="{FF2B5EF4-FFF2-40B4-BE49-F238E27FC236}">
                <a16:creationId xmlns:a16="http://schemas.microsoft.com/office/drawing/2014/main" id="{E5F24C2E-BE08-45E3-2317-841F4CB477DE}"/>
              </a:ext>
            </a:extLst>
          </p:cNvPr>
          <p:cNvSpPr txBox="1"/>
          <p:nvPr/>
        </p:nvSpPr>
        <p:spPr>
          <a:xfrm>
            <a:off x="3450667" y="5370368"/>
            <a:ext cx="1229824" cy="261610"/>
          </a:xfrm>
          <a:prstGeom prst="rect">
            <a:avLst/>
          </a:prstGeom>
          <a:noFill/>
        </p:spPr>
        <p:txBody>
          <a:bodyPr wrap="none" rtlCol="0">
            <a:spAutoFit/>
          </a:bodyPr>
          <a:lstStyle/>
          <a:p>
            <a:r>
              <a:rPr lang="pt-BR" sz="1100" b="1" dirty="0">
                <a:solidFill>
                  <a:srgbClr val="16223A"/>
                </a:solidFill>
                <a:latin typeface="Arial" panose="020B0604020202020204" pitchFamily="34" charset="0"/>
                <a:cs typeface="Arial" panose="020B0604020202020204" pitchFamily="34" charset="0"/>
              </a:rPr>
              <a:t>CONCLUSIONS</a:t>
            </a:r>
          </a:p>
        </p:txBody>
      </p:sp>
      <p:sp>
        <p:nvSpPr>
          <p:cNvPr id="9" name="CaixaDeTexto 8">
            <a:extLst>
              <a:ext uri="{FF2B5EF4-FFF2-40B4-BE49-F238E27FC236}">
                <a16:creationId xmlns:a16="http://schemas.microsoft.com/office/drawing/2014/main" id="{FC27BF1F-65E5-27EE-C1E8-4A24E39BAC30}"/>
              </a:ext>
            </a:extLst>
          </p:cNvPr>
          <p:cNvSpPr txBox="1"/>
          <p:nvPr/>
        </p:nvSpPr>
        <p:spPr>
          <a:xfrm>
            <a:off x="3440034" y="6720975"/>
            <a:ext cx="1725152" cy="261610"/>
          </a:xfrm>
          <a:prstGeom prst="rect">
            <a:avLst/>
          </a:prstGeom>
          <a:noFill/>
        </p:spPr>
        <p:txBody>
          <a:bodyPr wrap="none" rtlCol="0">
            <a:spAutoFit/>
          </a:bodyPr>
          <a:lstStyle/>
          <a:p>
            <a:r>
              <a:rPr lang="pt-BR" sz="1100" b="1" dirty="0">
                <a:solidFill>
                  <a:srgbClr val="16223A"/>
                </a:solidFill>
                <a:latin typeface="Arial" panose="020B0604020202020204" pitchFamily="34" charset="0"/>
                <a:cs typeface="Arial" panose="020B0604020202020204" pitchFamily="34" charset="0"/>
              </a:rPr>
              <a:t>ACKNOWLEDGMENTS</a:t>
            </a:r>
          </a:p>
        </p:txBody>
      </p:sp>
      <p:sp>
        <p:nvSpPr>
          <p:cNvPr id="10" name="CaixaDeTexto 9">
            <a:extLst>
              <a:ext uri="{FF2B5EF4-FFF2-40B4-BE49-F238E27FC236}">
                <a16:creationId xmlns:a16="http://schemas.microsoft.com/office/drawing/2014/main" id="{4D5AB93C-6768-2CD0-F013-915A71E09DDA}"/>
              </a:ext>
            </a:extLst>
          </p:cNvPr>
          <p:cNvSpPr txBox="1"/>
          <p:nvPr/>
        </p:nvSpPr>
        <p:spPr>
          <a:xfrm>
            <a:off x="3451609" y="7316137"/>
            <a:ext cx="1154483" cy="261610"/>
          </a:xfrm>
          <a:prstGeom prst="rect">
            <a:avLst/>
          </a:prstGeom>
          <a:noFill/>
        </p:spPr>
        <p:txBody>
          <a:bodyPr wrap="none" rtlCol="0">
            <a:spAutoFit/>
          </a:bodyPr>
          <a:lstStyle/>
          <a:p>
            <a:r>
              <a:rPr lang="pt-BR" sz="1100" b="1" dirty="0">
                <a:solidFill>
                  <a:srgbClr val="16223A"/>
                </a:solidFill>
                <a:latin typeface="Arial" panose="020B0604020202020204" pitchFamily="34" charset="0"/>
                <a:cs typeface="Arial" panose="020B0604020202020204" pitchFamily="34" charset="0"/>
              </a:rPr>
              <a:t>REFERENCES</a:t>
            </a:r>
          </a:p>
        </p:txBody>
      </p:sp>
      <p:sp>
        <p:nvSpPr>
          <p:cNvPr id="23" name="CaixaDeTexto 22">
            <a:extLst>
              <a:ext uri="{FF2B5EF4-FFF2-40B4-BE49-F238E27FC236}">
                <a16:creationId xmlns:a16="http://schemas.microsoft.com/office/drawing/2014/main" id="{58180A1E-8D33-1FE0-AC21-051C763CEFB6}"/>
              </a:ext>
            </a:extLst>
          </p:cNvPr>
          <p:cNvSpPr txBox="1"/>
          <p:nvPr/>
        </p:nvSpPr>
        <p:spPr>
          <a:xfrm>
            <a:off x="275599" y="2487595"/>
            <a:ext cx="3153398" cy="1477328"/>
          </a:xfrm>
          <a:prstGeom prst="rect">
            <a:avLst/>
          </a:prstGeom>
          <a:noFill/>
        </p:spPr>
        <p:txBody>
          <a:bodyPr wrap="square">
            <a:spAutoFit/>
          </a:bodyPr>
          <a:lstStyle/>
          <a:p>
            <a:pPr algn="just"/>
            <a:r>
              <a:rPr lang="en-US" sz="900" dirty="0">
                <a:latin typeface="Arial" panose="020B0604020202020204" pitchFamily="34" charset="0"/>
                <a:cs typeface="Arial" panose="020B0604020202020204" pitchFamily="34" charset="0"/>
              </a:rPr>
              <a:t>NN (Neural Network) is a class of highly flexible algorithms capable of working as universal approximators of any given function with inputs and outputs. [1] PINN (Physics-Informed Neural Networks) is a framework launched in 2018 that supports the optimization of NNs using a small amount of data (small data) [2]. This work studies nondimensionalization strategies (</a:t>
            </a:r>
            <a:r>
              <a:rPr lang="en-US" sz="900" dirty="0" err="1">
                <a:latin typeface="Arial" panose="020B0604020202020204" pitchFamily="34" charset="0"/>
                <a:cs typeface="Arial" panose="020B0604020202020204" pitchFamily="34" charset="0"/>
              </a:rPr>
              <a:t>NdS</a:t>
            </a:r>
            <a:r>
              <a:rPr lang="en-US" sz="900" dirty="0">
                <a:latin typeface="Arial" panose="020B0604020202020204" pitchFamily="34" charset="0"/>
                <a:cs typeface="Arial" panose="020B0604020202020204" pitchFamily="34" charset="0"/>
              </a:rPr>
              <a:t>) applied to solve partial differential equations (PDEs) that represent the production of lactic acid by </a:t>
            </a:r>
            <a:r>
              <a:rPr lang="en-US" sz="900" i="1" dirty="0">
                <a:latin typeface="Arial" panose="020B0604020202020204" pitchFamily="34" charset="0"/>
                <a:cs typeface="Arial" panose="020B0604020202020204" pitchFamily="34" charset="0"/>
              </a:rPr>
              <a:t>L. casei </a:t>
            </a:r>
            <a:r>
              <a:rPr lang="en-US" sz="900" dirty="0">
                <a:latin typeface="Arial" panose="020B0604020202020204" pitchFamily="34" charset="0"/>
                <a:cs typeface="Arial" panose="020B0604020202020204" pitchFamily="34" charset="0"/>
              </a:rPr>
              <a:t>in a batch bioreactor using the PINN framework.</a:t>
            </a:r>
            <a:endParaRPr lang="pt-BR" sz="900" dirty="0">
              <a:latin typeface="Arial" panose="020B0604020202020204" pitchFamily="34" charset="0"/>
              <a:cs typeface="Arial" panose="020B0604020202020204" pitchFamily="34" charset="0"/>
            </a:endParaRPr>
          </a:p>
        </p:txBody>
      </p:sp>
      <p:sp>
        <p:nvSpPr>
          <p:cNvPr id="2" name="CaixaDeTexto 1">
            <a:extLst>
              <a:ext uri="{FF2B5EF4-FFF2-40B4-BE49-F238E27FC236}">
                <a16:creationId xmlns:a16="http://schemas.microsoft.com/office/drawing/2014/main" id="{58DC8607-D376-FE16-009E-E27D83265D87}"/>
              </a:ext>
            </a:extLst>
          </p:cNvPr>
          <p:cNvSpPr txBox="1"/>
          <p:nvPr/>
        </p:nvSpPr>
        <p:spPr>
          <a:xfrm>
            <a:off x="399367" y="1506652"/>
            <a:ext cx="6059263" cy="430887"/>
          </a:xfrm>
          <a:prstGeom prst="rect">
            <a:avLst/>
          </a:prstGeom>
          <a:noFill/>
        </p:spPr>
        <p:txBody>
          <a:bodyPr wrap="square" rtlCol="0">
            <a:spAutoFit/>
          </a:bodyPr>
          <a:lstStyle/>
          <a:p>
            <a:pPr algn="ctr"/>
            <a:r>
              <a:rPr lang="en-US" sz="1100" b="1" dirty="0">
                <a:solidFill>
                  <a:srgbClr val="16223A"/>
                </a:solidFill>
                <a:latin typeface="Arial" panose="020B0604020202020204" pitchFamily="34" charset="0"/>
                <a:cs typeface="Arial" panose="020B0604020202020204" pitchFamily="34" charset="0"/>
              </a:rPr>
              <a:t>EFFECTS OF NONDIMENSIONALIZATION ON PHYSICS-INFORMED NEURAL NETWORK (PINN) APPLIED TO A LACTIC ACID PRODUCTION BIOREACTOR SIMULATION</a:t>
            </a:r>
            <a:endParaRPr lang="pt-BR" sz="1100" b="1" dirty="0">
              <a:solidFill>
                <a:srgbClr val="16223A"/>
              </a:solidFill>
              <a:latin typeface="Arial" panose="020B0604020202020204" pitchFamily="34" charset="0"/>
              <a:cs typeface="Arial" panose="020B0604020202020204" pitchFamily="34" charset="0"/>
            </a:endParaRPr>
          </a:p>
        </p:txBody>
      </p:sp>
      <p:sp>
        <p:nvSpPr>
          <p:cNvPr id="7" name="CaixaDeTexto 6">
            <a:extLst>
              <a:ext uri="{FF2B5EF4-FFF2-40B4-BE49-F238E27FC236}">
                <a16:creationId xmlns:a16="http://schemas.microsoft.com/office/drawing/2014/main" id="{AD2CD8ED-85FD-109F-603A-D1AEC1C6ED54}"/>
              </a:ext>
            </a:extLst>
          </p:cNvPr>
          <p:cNvSpPr txBox="1"/>
          <p:nvPr/>
        </p:nvSpPr>
        <p:spPr>
          <a:xfrm>
            <a:off x="170738" y="1131235"/>
            <a:ext cx="2996902" cy="261610"/>
          </a:xfrm>
          <a:prstGeom prst="rect">
            <a:avLst/>
          </a:prstGeom>
          <a:noFill/>
        </p:spPr>
        <p:txBody>
          <a:bodyPr wrap="square" rtlCol="0">
            <a:spAutoFit/>
          </a:bodyPr>
          <a:lstStyle/>
          <a:p>
            <a:pPr algn="ctr"/>
            <a:r>
              <a:rPr lang="en-US" sz="1100" b="1" dirty="0">
                <a:solidFill>
                  <a:srgbClr val="F9FAF9"/>
                </a:solidFill>
                <a:latin typeface="Arial" panose="020B0604020202020204" pitchFamily="34" charset="0"/>
                <a:cs typeface="Arial" panose="020B0604020202020204" pitchFamily="34" charset="0"/>
              </a:rPr>
              <a:t>BIOPROCESS ENGINEERING</a:t>
            </a:r>
            <a:endParaRPr lang="pt-BR" sz="1100" b="1" dirty="0">
              <a:solidFill>
                <a:srgbClr val="F9FAF9"/>
              </a:solidFill>
              <a:latin typeface="Arial" panose="020B0604020202020204" pitchFamily="34" charset="0"/>
              <a:cs typeface="Arial" panose="020B0604020202020204" pitchFamily="34" charset="0"/>
            </a:endParaRPr>
          </a:p>
        </p:txBody>
      </p:sp>
      <p:sp>
        <p:nvSpPr>
          <p:cNvPr id="11" name="CaixaDeTexto 10">
            <a:extLst>
              <a:ext uri="{FF2B5EF4-FFF2-40B4-BE49-F238E27FC236}">
                <a16:creationId xmlns:a16="http://schemas.microsoft.com/office/drawing/2014/main" id="{BAFD584D-C287-A8BA-70F9-011A3CBC89AD}"/>
              </a:ext>
            </a:extLst>
          </p:cNvPr>
          <p:cNvSpPr txBox="1"/>
          <p:nvPr/>
        </p:nvSpPr>
        <p:spPr>
          <a:xfrm>
            <a:off x="170736" y="1868821"/>
            <a:ext cx="6516523" cy="507831"/>
          </a:xfrm>
          <a:prstGeom prst="rect">
            <a:avLst/>
          </a:prstGeom>
          <a:noFill/>
        </p:spPr>
        <p:txBody>
          <a:bodyPr wrap="square" rtlCol="0">
            <a:spAutoFit/>
          </a:bodyPr>
          <a:lstStyle/>
          <a:p>
            <a:pPr algn="ctr"/>
            <a:r>
              <a:rPr lang="en-US" sz="900" dirty="0">
                <a:solidFill>
                  <a:srgbClr val="16223A"/>
                </a:solidFill>
                <a:latin typeface="Arial" panose="020B0604020202020204" pitchFamily="34" charset="0"/>
                <a:cs typeface="Arial" panose="020B0604020202020204" pitchFamily="34" charset="0"/>
              </a:rPr>
              <a:t>SILVA JR, I. J.¹, BARRETO, A. G.² and FROTA, R. M.¹ </a:t>
            </a:r>
          </a:p>
          <a:p>
            <a:pPr algn="ctr"/>
            <a:r>
              <a:rPr lang="en-US" sz="900" dirty="0">
                <a:solidFill>
                  <a:srgbClr val="16223A"/>
                </a:solidFill>
                <a:latin typeface="Arial" panose="020B0604020202020204" pitchFamily="34" charset="0"/>
                <a:cs typeface="Arial" panose="020B0604020202020204" pitchFamily="34" charset="0"/>
              </a:rPr>
              <a:t>1 Chemical Engineering Department, Federal University of Ceará (UFC)</a:t>
            </a:r>
          </a:p>
          <a:p>
            <a:pPr algn="ctr"/>
            <a:r>
              <a:rPr lang="en-US" sz="900" dirty="0">
                <a:solidFill>
                  <a:srgbClr val="16223A"/>
                </a:solidFill>
                <a:latin typeface="Arial" panose="020B0604020202020204" pitchFamily="34" charset="0"/>
                <a:cs typeface="Arial" panose="020B0604020202020204" pitchFamily="34" charset="0"/>
              </a:rPr>
              <a:t>2 Chemical and Biochemical Engineering Processes (EPQB), School of Chemistry —  EQ/UFRJ</a:t>
            </a:r>
            <a:endParaRPr lang="pt-BR" sz="900" dirty="0">
              <a:solidFill>
                <a:srgbClr val="16223A"/>
              </a:solidFill>
              <a:latin typeface="Arial" panose="020B0604020202020204" pitchFamily="34" charset="0"/>
              <a:cs typeface="Arial" panose="020B0604020202020204" pitchFamily="34" charset="0"/>
            </a:endParaRPr>
          </a:p>
        </p:txBody>
      </p:sp>
      <p:sp>
        <p:nvSpPr>
          <p:cNvPr id="21" name="CaixaDeTexto 20">
            <a:extLst>
              <a:ext uri="{FF2B5EF4-FFF2-40B4-BE49-F238E27FC236}">
                <a16:creationId xmlns:a16="http://schemas.microsoft.com/office/drawing/2014/main" id="{9ABDD8D9-6400-533F-686F-254CA144E2AB}"/>
              </a:ext>
            </a:extLst>
          </p:cNvPr>
          <p:cNvSpPr txBox="1"/>
          <p:nvPr/>
        </p:nvSpPr>
        <p:spPr>
          <a:xfrm>
            <a:off x="275599" y="7487214"/>
            <a:ext cx="3175067" cy="338554"/>
          </a:xfrm>
          <a:prstGeom prst="rect">
            <a:avLst/>
          </a:prstGeom>
          <a:noFill/>
        </p:spPr>
        <p:txBody>
          <a:bodyPr wrap="square">
            <a:spAutoFit/>
          </a:bodyPr>
          <a:lstStyle/>
          <a:p>
            <a:pPr algn="just"/>
            <a:r>
              <a:rPr lang="pt-BR" sz="800" b="1" dirty="0">
                <a:latin typeface="Arial" panose="020B0604020202020204" pitchFamily="34" charset="0"/>
                <a:cs typeface="Arial" panose="020B0604020202020204" pitchFamily="34" charset="0"/>
              </a:rPr>
              <a:t>Figure 1</a:t>
            </a:r>
            <a:r>
              <a:rPr lang="pt-BR" sz="80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MAD vs NL (neurons per layer) and HL (number of hidden layers).</a:t>
            </a:r>
            <a:endParaRPr lang="pt-BR" sz="800" dirty="0">
              <a:latin typeface="Arial" panose="020B0604020202020204" pitchFamily="34" charset="0"/>
              <a:cs typeface="Arial" panose="020B0604020202020204" pitchFamily="34" charset="0"/>
            </a:endParaRPr>
          </a:p>
        </p:txBody>
      </p:sp>
      <p:sp>
        <p:nvSpPr>
          <p:cNvPr id="27" name="CaixaDeTexto 26">
            <a:extLst>
              <a:ext uri="{FF2B5EF4-FFF2-40B4-BE49-F238E27FC236}">
                <a16:creationId xmlns:a16="http://schemas.microsoft.com/office/drawing/2014/main" id="{0C77583C-E475-A19A-4964-8C819D81D96A}"/>
              </a:ext>
            </a:extLst>
          </p:cNvPr>
          <p:cNvSpPr txBox="1"/>
          <p:nvPr/>
        </p:nvSpPr>
        <p:spPr>
          <a:xfrm>
            <a:off x="3440034" y="6912639"/>
            <a:ext cx="2975309" cy="438582"/>
          </a:xfrm>
          <a:prstGeom prst="rect">
            <a:avLst/>
          </a:prstGeom>
          <a:noFill/>
        </p:spPr>
        <p:txBody>
          <a:bodyPr wrap="square">
            <a:spAutoFit/>
          </a:bodyPr>
          <a:lstStyle/>
          <a:p>
            <a:pPr algn="just"/>
            <a:r>
              <a:rPr lang="en-US" sz="750" dirty="0">
                <a:latin typeface="Arial" panose="020B0604020202020204" pitchFamily="34" charset="0"/>
                <a:cs typeface="Arial" panose="020B0604020202020204" pitchFamily="34" charset="0"/>
              </a:rPr>
              <a:t>The authors thank CAPES (</a:t>
            </a:r>
            <a:r>
              <a:rPr lang="en-US" sz="750" dirty="0" err="1">
                <a:latin typeface="Arial" panose="020B0604020202020204" pitchFamily="34" charset="0"/>
                <a:cs typeface="Arial" panose="020B0604020202020204" pitchFamily="34" charset="0"/>
              </a:rPr>
              <a:t>Coordenadoria</a:t>
            </a:r>
            <a:r>
              <a:rPr lang="en-US" sz="750" dirty="0">
                <a:latin typeface="Arial" panose="020B0604020202020204" pitchFamily="34" charset="0"/>
                <a:cs typeface="Arial" panose="020B0604020202020204" pitchFamily="34" charset="0"/>
              </a:rPr>
              <a:t> de </a:t>
            </a:r>
            <a:r>
              <a:rPr lang="en-US" sz="750" dirty="0" err="1">
                <a:latin typeface="Arial" panose="020B0604020202020204" pitchFamily="34" charset="0"/>
                <a:cs typeface="Arial" panose="020B0604020202020204" pitchFamily="34" charset="0"/>
              </a:rPr>
              <a:t>Aperfeiçoamento</a:t>
            </a:r>
            <a:r>
              <a:rPr lang="en-US" sz="750" dirty="0">
                <a:latin typeface="Arial" panose="020B0604020202020204" pitchFamily="34" charset="0"/>
                <a:cs typeface="Arial" panose="020B0604020202020204" pitchFamily="34" charset="0"/>
              </a:rPr>
              <a:t> de </a:t>
            </a:r>
            <a:r>
              <a:rPr lang="en-US" sz="750" dirty="0" err="1">
                <a:latin typeface="Arial" panose="020B0604020202020204" pitchFamily="34" charset="0"/>
                <a:cs typeface="Arial" panose="020B0604020202020204" pitchFamily="34" charset="0"/>
              </a:rPr>
              <a:t>Pessoal</a:t>
            </a:r>
            <a:r>
              <a:rPr lang="en-US" sz="750" dirty="0">
                <a:latin typeface="Arial" panose="020B0604020202020204" pitchFamily="34" charset="0"/>
                <a:cs typeface="Arial" panose="020B0604020202020204" pitchFamily="34" charset="0"/>
              </a:rPr>
              <a:t> de </a:t>
            </a:r>
            <a:r>
              <a:rPr lang="en-US" sz="750" dirty="0" err="1">
                <a:latin typeface="Arial" panose="020B0604020202020204" pitchFamily="34" charset="0"/>
                <a:cs typeface="Arial" panose="020B0604020202020204" pitchFamily="34" charset="0"/>
              </a:rPr>
              <a:t>Nível</a:t>
            </a:r>
            <a:r>
              <a:rPr lang="en-US" sz="750" dirty="0">
                <a:latin typeface="Arial" panose="020B0604020202020204" pitchFamily="34" charset="0"/>
                <a:cs typeface="Arial" panose="020B0604020202020204" pitchFamily="34" charset="0"/>
              </a:rPr>
              <a:t> Superior) for the financial support provided and an award of a scholarship.</a:t>
            </a:r>
            <a:endParaRPr lang="pt-BR" sz="750" dirty="0">
              <a:latin typeface="Arial" panose="020B0604020202020204" pitchFamily="34" charset="0"/>
              <a:cs typeface="Arial" panose="020B0604020202020204" pitchFamily="34" charset="0"/>
            </a:endParaRPr>
          </a:p>
        </p:txBody>
      </p:sp>
      <p:sp>
        <p:nvSpPr>
          <p:cNvPr id="28" name="CaixaDeTexto 27">
            <a:extLst>
              <a:ext uri="{FF2B5EF4-FFF2-40B4-BE49-F238E27FC236}">
                <a16:creationId xmlns:a16="http://schemas.microsoft.com/office/drawing/2014/main" id="{B31CF64B-9053-9D49-B757-2778654AA30A}"/>
              </a:ext>
            </a:extLst>
          </p:cNvPr>
          <p:cNvSpPr txBox="1"/>
          <p:nvPr/>
        </p:nvSpPr>
        <p:spPr>
          <a:xfrm>
            <a:off x="3451609" y="7526816"/>
            <a:ext cx="3007021" cy="1015663"/>
          </a:xfrm>
          <a:prstGeom prst="rect">
            <a:avLst/>
          </a:prstGeom>
          <a:noFill/>
        </p:spPr>
        <p:txBody>
          <a:bodyPr wrap="square">
            <a:spAutoFit/>
          </a:bodyPr>
          <a:lstStyle/>
          <a:p>
            <a:pPr algn="just"/>
            <a:r>
              <a:rPr lang="en-US" sz="750" dirty="0">
                <a:latin typeface="Arial" panose="020B0604020202020204" pitchFamily="34" charset="0"/>
                <a:cs typeface="Arial" panose="020B0604020202020204" pitchFamily="34" charset="0"/>
              </a:rPr>
              <a:t>[1] SANTANA, V. V., GAMA, M. S., Loureiro, J., </a:t>
            </a:r>
            <a:r>
              <a:rPr lang="en-US" sz="750" i="1" dirty="0">
                <a:latin typeface="Arial" panose="020B0604020202020204" pitchFamily="34" charset="0"/>
                <a:cs typeface="Arial" panose="020B0604020202020204" pitchFamily="34" charset="0"/>
              </a:rPr>
              <a:t>et al</a:t>
            </a:r>
            <a:r>
              <a:rPr lang="en-US" sz="750" dirty="0">
                <a:latin typeface="Arial" panose="020B0604020202020204" pitchFamily="34" charset="0"/>
                <a:cs typeface="Arial" panose="020B0604020202020204" pitchFamily="34" charset="0"/>
              </a:rPr>
              <a:t> (2022). DOI: https://doi.org/10.3390/chemengineering6020021</a:t>
            </a:r>
          </a:p>
          <a:p>
            <a:pPr algn="just"/>
            <a:r>
              <a:rPr lang="en-US" sz="750" dirty="0">
                <a:latin typeface="Arial" panose="020B0604020202020204" pitchFamily="34" charset="0"/>
                <a:cs typeface="Arial" panose="020B0604020202020204" pitchFamily="34" charset="0"/>
              </a:rPr>
              <a:t>[2] </a:t>
            </a:r>
            <a:r>
              <a:rPr lang="fi-FI" sz="750" cap="all" dirty="0">
                <a:latin typeface="Arial" panose="020B0604020202020204" pitchFamily="34" charset="0"/>
                <a:cs typeface="Arial" panose="020B0604020202020204" pitchFamily="34" charset="0"/>
              </a:rPr>
              <a:t>Raissi, M., Perdikaris, P. &amp; Karniadakis, G. E. </a:t>
            </a:r>
            <a:r>
              <a:rPr lang="fi-FI" sz="750" dirty="0">
                <a:latin typeface="Arial" panose="020B0604020202020204" pitchFamily="34" charset="0"/>
                <a:cs typeface="Arial" panose="020B0604020202020204" pitchFamily="34" charset="0"/>
              </a:rPr>
              <a:t>(2019). DOI: https://doi.org/10.1016/j.jcp.2018.10.045</a:t>
            </a:r>
            <a:endParaRPr lang="en-US" sz="750" dirty="0">
              <a:latin typeface="Arial" panose="020B0604020202020204" pitchFamily="34" charset="0"/>
              <a:cs typeface="Arial" panose="020B0604020202020204" pitchFamily="34" charset="0"/>
            </a:endParaRPr>
          </a:p>
          <a:p>
            <a:pPr algn="just"/>
            <a:r>
              <a:rPr lang="en-US" sz="750" dirty="0">
                <a:latin typeface="Arial" panose="020B0604020202020204" pitchFamily="34" charset="0"/>
                <a:cs typeface="Arial" panose="020B0604020202020204" pitchFamily="34" charset="0"/>
              </a:rPr>
              <a:t>[3] </a:t>
            </a:r>
            <a:r>
              <a:rPr lang="en-US" sz="750" cap="all" dirty="0">
                <a:latin typeface="Arial" panose="020B0604020202020204" pitchFamily="34" charset="0"/>
                <a:cs typeface="Arial" panose="020B0604020202020204" pitchFamily="34" charset="0"/>
              </a:rPr>
              <a:t>Lu, L., Meng, X., Mao, Z., </a:t>
            </a:r>
            <a:r>
              <a:rPr lang="en-US" sz="750" cap="all" dirty="0" err="1">
                <a:latin typeface="Arial" panose="020B0604020202020204" pitchFamily="34" charset="0"/>
                <a:cs typeface="Arial" panose="020B0604020202020204" pitchFamily="34" charset="0"/>
              </a:rPr>
              <a:t>Karniadakis</a:t>
            </a:r>
            <a:r>
              <a:rPr lang="en-US" sz="750" cap="all" dirty="0">
                <a:latin typeface="Arial" panose="020B0604020202020204" pitchFamily="34" charset="0"/>
                <a:cs typeface="Arial" panose="020B0604020202020204" pitchFamily="34" charset="0"/>
              </a:rPr>
              <a:t>, G. E</a:t>
            </a:r>
            <a:r>
              <a:rPr lang="en-US" sz="750" dirty="0">
                <a:latin typeface="Arial" panose="020B0604020202020204" pitchFamily="34" charset="0"/>
                <a:cs typeface="Arial" panose="020B0604020202020204" pitchFamily="34" charset="0"/>
              </a:rPr>
              <a:t>. (2021). DOI: https://doi.org/10.1137/19M1274067</a:t>
            </a:r>
          </a:p>
          <a:p>
            <a:pPr algn="just"/>
            <a:r>
              <a:rPr lang="en-US" sz="750" cap="all" dirty="0">
                <a:latin typeface="Arial" panose="020B0604020202020204" pitchFamily="34" charset="0"/>
                <a:cs typeface="Arial" panose="020B0604020202020204" pitchFamily="34" charset="0"/>
              </a:rPr>
              <a:t>[4] </a:t>
            </a:r>
            <a:r>
              <a:rPr lang="en-US" sz="750" cap="all" dirty="0" err="1">
                <a:latin typeface="Arial" panose="020B0604020202020204" pitchFamily="34" charset="0"/>
                <a:cs typeface="Arial" panose="020B0604020202020204" pitchFamily="34" charset="0"/>
              </a:rPr>
              <a:t>Altıok</a:t>
            </a:r>
            <a:r>
              <a:rPr lang="en-US" sz="750" cap="all" dirty="0">
                <a:latin typeface="Arial" panose="020B0604020202020204" pitchFamily="34" charset="0"/>
                <a:cs typeface="Arial" panose="020B0604020202020204" pitchFamily="34" charset="0"/>
              </a:rPr>
              <a:t>, D., </a:t>
            </a:r>
            <a:r>
              <a:rPr lang="en-US" sz="750" cap="all" dirty="0" err="1">
                <a:latin typeface="Arial" panose="020B0604020202020204" pitchFamily="34" charset="0"/>
                <a:cs typeface="Arial" panose="020B0604020202020204" pitchFamily="34" charset="0"/>
              </a:rPr>
              <a:t>Tokatlı</a:t>
            </a:r>
            <a:r>
              <a:rPr lang="en-US" sz="750" cap="all" dirty="0">
                <a:latin typeface="Arial" panose="020B0604020202020204" pitchFamily="34" charset="0"/>
                <a:cs typeface="Arial" panose="020B0604020202020204" pitchFamily="34" charset="0"/>
              </a:rPr>
              <a:t>, F., </a:t>
            </a:r>
            <a:r>
              <a:rPr lang="en-US" sz="750" cap="all" dirty="0" err="1">
                <a:latin typeface="Arial" panose="020B0604020202020204" pitchFamily="34" charset="0"/>
                <a:cs typeface="Arial" panose="020B0604020202020204" pitchFamily="34" charset="0"/>
              </a:rPr>
              <a:t>Harsa</a:t>
            </a:r>
            <a:r>
              <a:rPr lang="en-US" sz="750" cap="all" dirty="0">
                <a:latin typeface="Arial" panose="020B0604020202020204" pitchFamily="34" charset="0"/>
                <a:cs typeface="Arial" panose="020B0604020202020204" pitchFamily="34" charset="0"/>
              </a:rPr>
              <a:t>, H. Ş. </a:t>
            </a:r>
            <a:r>
              <a:rPr lang="en-US" sz="750" dirty="0">
                <a:latin typeface="Arial" panose="020B0604020202020204" pitchFamily="34" charset="0"/>
                <a:cs typeface="Arial" panose="020B0604020202020204" pitchFamily="34" charset="0"/>
              </a:rPr>
              <a:t>(2006). DOI: https://doi.org/10.1002/jctb.1512</a:t>
            </a:r>
          </a:p>
        </p:txBody>
      </p:sp>
      <p:sp>
        <p:nvSpPr>
          <p:cNvPr id="18" name="CaixaDeTexto 17">
            <a:extLst>
              <a:ext uri="{FF2B5EF4-FFF2-40B4-BE49-F238E27FC236}">
                <a16:creationId xmlns:a16="http://schemas.microsoft.com/office/drawing/2014/main" id="{9CC409CC-AE4A-EFFB-73AC-99A075E70558}"/>
              </a:ext>
            </a:extLst>
          </p:cNvPr>
          <p:cNvSpPr txBox="1"/>
          <p:nvPr/>
        </p:nvSpPr>
        <p:spPr>
          <a:xfrm>
            <a:off x="3422839" y="2520159"/>
            <a:ext cx="3093721" cy="1823576"/>
          </a:xfrm>
          <a:prstGeom prst="rect">
            <a:avLst/>
          </a:prstGeom>
          <a:noFill/>
        </p:spPr>
        <p:txBody>
          <a:bodyPr wrap="square">
            <a:spAutoFit/>
          </a:bodyPr>
          <a:lstStyle/>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endParaRPr lang="en-US" sz="750" dirty="0">
              <a:latin typeface="Arial" panose="020B0604020202020204" pitchFamily="34" charset="0"/>
              <a:cs typeface="Arial" panose="020B0604020202020204" pitchFamily="34" charset="0"/>
            </a:endParaRPr>
          </a:p>
          <a:p>
            <a:pPr algn="just"/>
            <a:r>
              <a:rPr lang="en-US" sz="750" dirty="0">
                <a:latin typeface="Arial" panose="020B0604020202020204" pitchFamily="34" charset="0"/>
                <a:cs typeface="Arial" panose="020B0604020202020204" pitchFamily="34" charset="0"/>
              </a:rPr>
              <a:t>Figure 3 displays the output for a PINN with NL=16, HL=6 and Nondimensionalization d10. The model displayed good capabilities of extrapolation, respected physical and biological constraints and reproduced almost perfectly the data inside the training region. The only significant deviation was found on biomass concentration, after</a:t>
            </a:r>
            <a:r>
              <a:rPr lang="pt-BR" sz="750" dirty="0">
                <a:latin typeface="Arial" panose="020B0604020202020204" pitchFamily="34" charset="0"/>
                <a:cs typeface="Arial" panose="020B0604020202020204" pitchFamily="34" charset="0"/>
              </a:rPr>
              <a:t> </a:t>
            </a:r>
            <a:r>
              <a:rPr lang="en-US" sz="750" dirty="0">
                <a:latin typeface="Arial" panose="020B0604020202020204" pitchFamily="34" charset="0"/>
                <a:cs typeface="Arial" panose="020B0604020202020204" pitchFamily="34" charset="0"/>
              </a:rPr>
              <a:t>15h, and was still relatively small.</a:t>
            </a:r>
            <a:endParaRPr lang="pt-BR" sz="750" dirty="0">
              <a:latin typeface="Arial" panose="020B0604020202020204" pitchFamily="34" charset="0"/>
              <a:cs typeface="Arial" panose="020B0604020202020204" pitchFamily="34" charset="0"/>
            </a:endParaRPr>
          </a:p>
        </p:txBody>
      </p:sp>
      <p:sp>
        <p:nvSpPr>
          <p:cNvPr id="16" name="CaixaDeTexto 20">
            <a:extLst>
              <a:ext uri="{FF2B5EF4-FFF2-40B4-BE49-F238E27FC236}">
                <a16:creationId xmlns:a16="http://schemas.microsoft.com/office/drawing/2014/main" id="{2C05B533-FF55-3C0B-17C1-EACF1D90139D}"/>
              </a:ext>
            </a:extLst>
          </p:cNvPr>
          <p:cNvSpPr txBox="1"/>
          <p:nvPr/>
        </p:nvSpPr>
        <p:spPr>
          <a:xfrm>
            <a:off x="3450667" y="3198880"/>
            <a:ext cx="2904414" cy="338554"/>
          </a:xfrm>
          <a:prstGeom prst="rect">
            <a:avLst/>
          </a:prstGeom>
          <a:noFill/>
        </p:spPr>
        <p:txBody>
          <a:bodyPr wrap="square">
            <a:spAutoFit/>
          </a:bodyPr>
          <a:lstStyle/>
          <a:p>
            <a:pPr algn="just"/>
            <a:r>
              <a:rPr lang="pt-BR" sz="800" b="1" dirty="0">
                <a:latin typeface="Arial" panose="020B0604020202020204" pitchFamily="34" charset="0"/>
                <a:cs typeface="Arial" panose="020B0604020202020204" pitchFamily="34" charset="0"/>
              </a:rPr>
              <a:t>Figure 2</a:t>
            </a:r>
            <a:r>
              <a:rPr lang="pt-BR" sz="80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Output variables for a dimensional PINN with NL=16, HL=6.</a:t>
            </a:r>
            <a:endParaRPr lang="pt-BR" sz="800" dirty="0">
              <a:latin typeface="Arial" panose="020B0604020202020204" pitchFamily="34" charset="0"/>
              <a:cs typeface="Arial" panose="020B0604020202020204" pitchFamily="34" charset="0"/>
            </a:endParaRPr>
          </a:p>
        </p:txBody>
      </p:sp>
      <p:sp>
        <p:nvSpPr>
          <p:cNvPr id="17" name="CaixaDeTexto 20">
            <a:extLst>
              <a:ext uri="{FF2B5EF4-FFF2-40B4-BE49-F238E27FC236}">
                <a16:creationId xmlns:a16="http://schemas.microsoft.com/office/drawing/2014/main" id="{3529016D-5B98-6228-6FEA-3C582E740FEF}"/>
              </a:ext>
            </a:extLst>
          </p:cNvPr>
          <p:cNvSpPr txBox="1"/>
          <p:nvPr/>
        </p:nvSpPr>
        <p:spPr>
          <a:xfrm>
            <a:off x="3449465" y="5010504"/>
            <a:ext cx="2904414" cy="338554"/>
          </a:xfrm>
          <a:prstGeom prst="rect">
            <a:avLst/>
          </a:prstGeom>
          <a:noFill/>
        </p:spPr>
        <p:txBody>
          <a:bodyPr wrap="square">
            <a:spAutoFit/>
          </a:bodyPr>
          <a:lstStyle/>
          <a:p>
            <a:pPr algn="just"/>
            <a:r>
              <a:rPr lang="pt-BR" sz="800" b="1" dirty="0">
                <a:latin typeface="Arial" panose="020B0604020202020204" pitchFamily="34" charset="0"/>
                <a:cs typeface="Arial" panose="020B0604020202020204" pitchFamily="34" charset="0"/>
              </a:rPr>
              <a:t>Figure 3</a:t>
            </a:r>
            <a:r>
              <a:rPr lang="pt-BR" sz="80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Output variables for a PINN with NL=16, HL=6 and Nondimensionalization d10.</a:t>
            </a:r>
            <a:endParaRPr lang="pt-BR" sz="800" dirty="0">
              <a:latin typeface="Arial" panose="020B0604020202020204" pitchFamily="34" charset="0"/>
              <a:cs typeface="Arial" panose="020B0604020202020204" pitchFamily="34" charset="0"/>
            </a:endParaRPr>
          </a:p>
        </p:txBody>
      </p:sp>
      <p:pic>
        <p:nvPicPr>
          <p:cNvPr id="30" name="Picture 29">
            <a:extLst>
              <a:ext uri="{FF2B5EF4-FFF2-40B4-BE49-F238E27FC236}">
                <a16:creationId xmlns:a16="http://schemas.microsoft.com/office/drawing/2014/main" id="{778A996F-2DB2-883F-2CE2-D4DBDA973FA3}"/>
              </a:ext>
            </a:extLst>
          </p:cNvPr>
          <p:cNvPicPr>
            <a:picLocks noChangeAspect="1"/>
          </p:cNvPicPr>
          <p:nvPr/>
        </p:nvPicPr>
        <p:blipFill>
          <a:blip r:embed="rId5"/>
          <a:stretch>
            <a:fillRect/>
          </a:stretch>
        </p:blipFill>
        <p:spPr>
          <a:xfrm>
            <a:off x="3486927" y="4326529"/>
            <a:ext cx="3029633" cy="700307"/>
          </a:xfrm>
          <a:prstGeom prst="rect">
            <a:avLst/>
          </a:prstGeom>
        </p:spPr>
      </p:pic>
    </p:spTree>
    <p:extLst>
      <p:ext uri="{BB962C8B-B14F-4D97-AF65-F5344CB8AC3E}">
        <p14:creationId xmlns:p14="http://schemas.microsoft.com/office/powerpoint/2010/main" val="1373206711"/>
      </p:ext>
    </p:extLst>
  </p:cSld>
  <p:clrMapOvr>
    <a:masterClrMapping/>
  </p:clrMapOvr>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o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2086</TotalTime>
  <Words>821</Words>
  <Application>Microsoft Office PowerPoint</Application>
  <PresentationFormat>On-screen Show (4:3)</PresentationFormat>
  <Paragraphs>46</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Tema do Office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Yago Vieira</dc:creator>
  <cp:lastModifiedBy>Maria Walzeny Mendes Frota</cp:lastModifiedBy>
  <cp:revision>47</cp:revision>
  <dcterms:created xsi:type="dcterms:W3CDTF">2024-06-08T21:49:02Z</dcterms:created>
  <dcterms:modified xsi:type="dcterms:W3CDTF">2024-08-19T17:39:38Z</dcterms:modified>
</cp:coreProperties>
</file>